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/home/runner/workspace/attached_assets/logo_17640730783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1097280"/>
            <a:ext cx="274320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REVOLUTIONIZING THE HUMAN EXPERIENCE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The Next Human Interface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WytLife  ×  WytGlass  ×  WytNet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Investor Presentation 2025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</a:rPr>
              <a:t>Technology Evolved, Human Experience Didn't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40480" cy="3108960"/>
          </a:xfrm>
          <a:prstGeom prst="rect">
            <a:avLst/>
          </a:prstGeom>
          <a:solidFill>
            <a:srgbClr val="FEE2E2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Digital Fragmentation Crisis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Juggling countless apps, passwords, platforms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Overload leads to burnout, lost productivity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No unified platform for life's essentials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Death ends legacy &amp; knowledge transfer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Multi-platform subscription fatigue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840480" cy="3108960"/>
          </a:xfrm>
          <a:prstGeom prst="rect">
            <a:avLst/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</a:rPr>
              <a:t>AI Exists, Not for Humans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AI is disconnected from our lives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We adapt to technology, not vice-versa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No system truly understands people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Digital immortality remains science fiction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• Data silos limit business intelligence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4297680"/>
            <a:ext cx="8138160" cy="54864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 need a system that understands people — where technology adapts to humans.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D8BD1"/>
          </a:solidFill>
          <a:ln/>
        </p:spPr>
      </p:sp>
      <p:pic>
        <p:nvPicPr>
          <p:cNvPr id="3" name="Image 0" descr="/home/runner/workspace/attached_assets/logo_17640730783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731520"/>
            <a:ext cx="274320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Your Life... Reimagined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914400" y="2743200"/>
            <a:ext cx="73152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1097280" y="278892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8BD1"/>
                </a:solidFill>
              </a:rPr>
              <a:t>🧠  Unified Intelligence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310896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Integrates AI, personal data, habits, goals &amp; relationships for a seamless experience.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14400" y="3520440"/>
            <a:ext cx="73152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356616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8BD1"/>
                </a:solidFill>
              </a:rPr>
              <a:t>🌐  One Ecosystem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8862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Unifies health, work, social, and daily routines into a single intelligent platform.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14400" y="4297680"/>
            <a:ext cx="73152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1097280" y="434340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8BD1"/>
                </a:solidFill>
              </a:rPr>
              <a:t>❤️  Human-First Design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97280" y="466344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Technology built to understand you, anticipate needs, and amplify your potential.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</a:rPr>
              <a:t>WytGlass: The Next Human Interface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Human + AI + Reality = New Interface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</a:rPr>
              <a:t>WytGlass transforms interaction with information. Lightweight smart eyewear projects your digital life — tasks, messages, reminders, and AI guidance — seamlessly onto the real world.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2743200" cy="1645920"/>
          </a:xfrm>
          <a:prstGeom prst="rect">
            <a:avLst/>
          </a:prstGeom>
          <a:solidFill>
            <a:srgbClr val="DBEAFE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286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</a:rPr>
              <a:t>Heads-Up Intelligence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Real-time information appears when and where needed, maintaining focus without extra devices.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2194560"/>
            <a:ext cx="2743200" cy="1645920"/>
          </a:xfrm>
          <a:prstGeom prst="rect">
            <a:avLst/>
          </a:prstGeom>
          <a:solidFill>
            <a:srgbClr val="EDE9FE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2286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</a:rPr>
              <a:t>Contextual Awareness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269748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Navigation, meeting reminders, and insights guide your day with perfect timing.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2194560"/>
            <a:ext cx="2743200" cy="1645920"/>
          </a:xfrm>
          <a:prstGeom prst="rect">
            <a:avLst/>
          </a:prstGeom>
          <a:solidFill>
            <a:srgbClr val="D1FAE5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286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</a:rPr>
              <a:t>Personal AI Companion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269748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Your AI assistant in your vision provides contextual insights, reminders, and daily guidance.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1148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Productivity Layer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A transparent interface enhancing reality, perfect for professionals, students, and knowledge workers.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Your Life.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15544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Your Vision.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7432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Your Flow.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2743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WytLife × WytGlass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" y="3108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The Unbeatable Combination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114800" cy="8686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BD1"/>
                </a:solidFill>
              </a:rPr>
              <a:t>👁️  Routines Visible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3258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Daily habits, schedules, and priorities appear in your line of sight.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1874520"/>
            <a:ext cx="4114800" cy="8686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9659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BD1"/>
                </a:solidFill>
              </a:rPr>
              <a:t>🎤  Instant Capture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286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Capture tasks, ideas, and reminders with voice and gesture controls.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2834640"/>
            <a:ext cx="4114800" cy="8686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9260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BD1"/>
                </a:solidFill>
              </a:rPr>
              <a:t>🧭  Contextual Guidance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3246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Navigation, meeting reminders, and insights guide your day.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3794760"/>
            <a:ext cx="4114800" cy="8686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3886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BD1"/>
                </a:solidFill>
              </a:rPr>
              <a:t>🤖  AI Life Coach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42062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AI monitors behaviors, optimizing productivity with personalized recommendations.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</a:rPr>
              <a:t>WytNet: The Infrastructure Behind Everything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8BD1"/>
                </a:solidFill>
              </a:rPr>
              <a:t>A Multi-SaaS Engine for a Billion Lives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WytNet is the powerful backbone enabling WytLife and WytGlass, providing unified digital infrastructure across identity, communication, commerce, and connectivity.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743200" cy="1371600"/>
          </a:xfrm>
          <a:prstGeom prst="rect">
            <a:avLst/>
          </a:prstGeom>
          <a:solidFill>
            <a:srgbClr val="DBEAFE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🔐 Digital Identity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WytPass: secure, unified authentication across all platforms.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691640"/>
            <a:ext cx="2743200" cy="1371600"/>
          </a:xfrm>
          <a:prstGeom prst="rect">
            <a:avLst/>
          </a:prstGeom>
          <a:solidFill>
            <a:srgbClr val="EDE9FE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783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👥 Social &amp; CRM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2148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WytCircle, Streams, Pages: connect people, businesses, communities.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26480" y="1691640"/>
            <a:ext cx="2743200" cy="1371600"/>
          </a:xfrm>
          <a:prstGeom prst="rect">
            <a:avLst/>
          </a:prstGeom>
          <a:solidFill>
            <a:srgbClr val="D1FAE5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83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💼 Business 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2148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Full-stack SaaS: CRM, ERP, billing, payments, no-code websites.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828800" y="3200400"/>
            <a:ext cx="3017520" cy="1188720"/>
          </a:xfrm>
          <a:prstGeom prst="rect">
            <a:avLst/>
          </a:prstGeom>
          <a:solidFill>
            <a:srgbClr val="FEF3C7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0240" y="32918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🛒 Marketplaces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20240" y="36118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OwnerNet, GigNet, MemberNet: interconnected commerce ecosystems.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0" y="3200400"/>
            <a:ext cx="3017520" cy="1188720"/>
          </a:xfrm>
          <a:prstGeom prst="rect">
            <a:avLst/>
          </a:prstGeom>
          <a:solidFill>
            <a:srgbClr val="FCE7F3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32918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☁️ Infrastructure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20640" y="36118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WytCloud, WytScore, WytPoints, WytPay: enterprise-grade services.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2937"/>
                </a:solidFill>
              </a:rPr>
              <a:t>A $300 Billion+ Global Opportunity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2103120" cy="2560320"/>
          </a:xfrm>
          <a:prstGeom prst="rect">
            <a:avLst/>
          </a:prstGeom>
          <a:solidFill>
            <a:srgbClr val="DBEAFE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8BD1"/>
                </a:solidFill>
              </a:rPr>
              <a:t>$70B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Wearables Market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214884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Smart glasses and AR drive explosive growth in consumer tech.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68880" y="1005840"/>
            <a:ext cx="2103120" cy="2560320"/>
          </a:xfrm>
          <a:prstGeom prst="rect">
            <a:avLst/>
          </a:prstGeom>
          <a:solidFill>
            <a:srgbClr val="EDE9FE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8BD1"/>
                </a:solidFill>
              </a:rPr>
              <a:t>$150B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56032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AI Life Management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60320" y="214884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AI platforms are reshaping how people work and live.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2103120" cy="2560320"/>
          </a:xfrm>
          <a:prstGeom prst="rect">
            <a:avLst/>
          </a:prstGeom>
          <a:solidFill>
            <a:srgbClr val="D1FAE5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8BD1"/>
                </a:solidFill>
              </a:rPr>
              <a:t>$235B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SaaS Ecosystem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14884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Cloud-based business infrastructure dominates enterprise tech spending.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0" y="1005840"/>
            <a:ext cx="2103120" cy="2560320"/>
          </a:xfrm>
          <a:prstGeom prst="rect">
            <a:avLst/>
          </a:prstGeom>
          <a:solidFill>
            <a:srgbClr val="FEF3C7"/>
          </a:solidFill>
          <a:ln w="12700">
            <a:solidFill>
              <a:srgbClr val="1D8B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8BD1"/>
                </a:solidFill>
              </a:rPr>
              <a:t>$45B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94944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Digital Identity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49440" y="214884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Unified authentication and identity management are rapidly expanding.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 converge four massive tech trends, creating an unprecedented opportunity.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2519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The timing is now. Total Addressable Market: $300B+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</a:rPr>
              <a:t>Vision Ready. Technology Ready. Ecosystem Ready.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640080" cy="73152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88720" y="868680"/>
            <a:ext cx="749808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960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WytNet Core Architecture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2801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Fully operational multi-SaaS platform with 51 modules.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583680" y="1051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Complete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640080" cy="73152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8745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188720" y="1691640"/>
            <a:ext cx="749808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WytApps &amp; WytHubs Ecosystem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39 integrated applications ready for scale across 17 categories.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83680" y="1874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Complete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640080" cy="73152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6974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188720" y="2514600"/>
            <a:ext cx="749808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26060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WytLife Validation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71600" y="29260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Life OS concept validated. Founder's MyClone actively in use.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26974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Complete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640080" cy="7315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5204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</a:rPr>
              <a:t>04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188720" y="3337560"/>
            <a:ext cx="7498080" cy="7315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3429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WytGlass Prototype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UI/UX complete, hardware partnerships in discussion.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0" y="3520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In Progress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640080" cy="73152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3434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188720" y="4160520"/>
            <a:ext cx="749808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0" name="Text 28"/>
          <p:cNvSpPr/>
          <p:nvPr/>
        </p:nvSpPr>
        <p:spPr>
          <a:xfrm>
            <a:off x="1371600" y="4251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WytData DataLake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71600" y="45720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2.4M+ trademark records. WytApi gateway ready for monetization.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583680" y="4343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Complete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4590288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Expert Team: Proven execution, deep technical expertise.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</a:rPr>
              <a:t>WytData: DataLake Platform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8BD1"/>
                </a:solidFill>
              </a:rPr>
              <a:t>India's Largest Trademark Database + Global Reference Data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017520"/>
          </a:xfrm>
          <a:prstGeom prst="rect">
            <a:avLst/>
          </a:prstGeom>
          <a:solidFill>
            <a:srgbClr val="D1FAE5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🏛️ Trademark DataLake - India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• 2.4M+ Records - Comprehensive Indian trademark database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• Real-time Updates - Synced with IP India &amp; TMView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• Full Lifecycle Tracking - Application → Registration → Renewal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• 45 Nice Classifications - Complete goods/services categorization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• Bulk Import/Export - CSV, JSON, API access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840480" cy="30175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🌐 38+ Global Datasets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Locations: Countries, States, Cities, Timezones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Languages: 20+ global languages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Currencies: 20+ world currencies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Industries: 15+ sector classifications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Company Sizes: Startup to Enterprise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Coming Soon: Patent DB, Company Registry, GST Directory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297680"/>
            <a:ext cx="8138160" cy="45720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89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Proprietary Data Moat: A defensible competitive advantage in the Indian market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</a:rPr>
              <a:t>WytApi: API Monetization Gateway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8BD1"/>
                </a:solidFill>
              </a:rPr>
              <a:t>Enterprise Data Access with Tiered Pricing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0" cy="2560320"/>
          </a:xfrm>
          <a:prstGeom prst="rect">
            <a:avLst/>
          </a:prstGeom>
          <a:solidFill>
            <a:srgbClr val="F3F4F6"/>
          </a:solidFill>
          <a:ln w="25400">
            <a:solidFill>
              <a:srgbClr val="1D8B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88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Free Tier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$0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100 API calls/day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Basic search endpoints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Community support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✓ Rate limited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743200" cy="2560320"/>
          </a:xfrm>
          <a:prstGeom prst="rect">
            <a:avLst/>
          </a:prstGeom>
          <a:solidFill>
            <a:srgbClr val="DBEAFE"/>
          </a:solidFill>
          <a:ln w="25400">
            <a:solidFill>
              <a:srgbClr val="1D8B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88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8BD1"/>
                </a:solidFill>
              </a:rPr>
              <a:t>Professional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0" y="15087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D8BD1"/>
                </a:solidFill>
              </a:rPr>
              <a:t>$99/mo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8BD1"/>
                </a:solidFill>
              </a:rPr>
              <a:t>✓ 10,000 API calls/day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8BD1"/>
                </a:solidFill>
              </a:rPr>
              <a:t>✓ All search endpoints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8BD1"/>
                </a:solidFill>
              </a:rPr>
              <a:t>✓ Priority support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8BD1"/>
                </a:solidFill>
              </a:rPr>
              <a:t>✓ Bulk export access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743200" cy="2560320"/>
          </a:xfrm>
          <a:prstGeom prst="rect">
            <a:avLst/>
          </a:prstGeom>
          <a:solidFill>
            <a:srgbClr val="1D8BD1"/>
          </a:solidFill>
          <a:ln w="25400">
            <a:solidFill>
              <a:srgbClr val="1D8B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188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15087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$999/mo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09360" y="201168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Unlimited API calls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Dedicated endpoints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White-label access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✓ Custom integrations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138160" cy="9144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8BD1"/>
                </a:solidFill>
              </a:rPr>
              <a:t>2.4M+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Trademark Records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8BD1"/>
                </a:solidFill>
              </a:rPr>
              <a:t>38+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6517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Global Datasets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6344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8BD1"/>
                </a:solidFill>
              </a:rPr>
              <a:t>99.9%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6344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Uptime SLA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7512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8BD1"/>
                </a:solidFill>
              </a:rPr>
              <a:t>&lt;50ms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67512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Response Time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</a:rPr>
              <a:t>WytNet Platform: 39 WytApps Ecosystem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2743200" cy="1280160"/>
          </a:xfrm>
          <a:prstGeom prst="rect">
            <a:avLst/>
          </a:prstGeom>
          <a:solidFill>
            <a:srgbClr val="DBEAFE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822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Core Platform (4)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WytPass, WytPanel, WytPoints, WytApps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91840" y="777240"/>
            <a:ext cx="2743200" cy="1280160"/>
          </a:xfrm>
          <a:prstGeom prst="rect">
            <a:avLst/>
          </a:prstGeom>
          <a:solidFill>
            <a:srgbClr val="EDE9FE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822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Communication (6)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83280" y="11430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WytCall, WytMeet, WytMail, WytCast, WytWall, WytSonic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126480" y="777240"/>
            <a:ext cx="2743200" cy="1280160"/>
          </a:xfrm>
          <a:prstGeom prst="rect">
            <a:avLst/>
          </a:prstGeom>
          <a:solidFill>
            <a:srgbClr val="D1FAE5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822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Finance (6)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11430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WytPay, WytWallet, WytInvoice, WytCoin, WytGold, WytQuote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2148840"/>
            <a:ext cx="2743200" cy="1280160"/>
          </a:xfrm>
          <a:prstGeom prst="rect">
            <a:avLst/>
          </a:prstGeom>
          <a:solidFill>
            <a:srgbClr val="FEF3C7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945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Business (5)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5146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WytBiz, WytTrace, WytShop, WytStore, Esign Creator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2148840"/>
            <a:ext cx="2743200" cy="1280160"/>
          </a:xfrm>
          <a:prstGeom prst="rect">
            <a:avLst/>
          </a:prstGeom>
          <a:solidFill>
            <a:srgbClr val="FCE7F3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21945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Productivity (4)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83280" y="25146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WytDuty, WytHive, WytForm, WytCircle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126480" y="2148840"/>
            <a:ext cx="2743200" cy="1280160"/>
          </a:xfrm>
          <a:prstGeom prst="rect">
            <a:avLst/>
          </a:prstGeom>
          <a:solidFill>
            <a:srgbClr val="E0E7FF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1945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Creation (3)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25146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WytSite, WytBuilder, WytCode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2743200" cy="1280160"/>
          </a:xfrm>
          <a:prstGeom prst="rect">
            <a:avLst/>
          </a:prstGeom>
          <a:solidFill>
            <a:srgbClr val="FEF9C3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566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Lifestyle (3)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86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WytLife, WytGod, WytWorld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91840" y="3520440"/>
            <a:ext cx="2743200" cy="1280160"/>
          </a:xfrm>
          <a:prstGeom prst="rect">
            <a:avLst/>
          </a:prstGeom>
          <a:solidFill>
            <a:srgbClr val="CFFAFE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3566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AI &amp; Analytics (3)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83280" y="3886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WytAI, WytScore, WytHash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126480" y="3520440"/>
            <a:ext cx="2743200" cy="1280160"/>
          </a:xfrm>
          <a:prstGeom prst="rect">
            <a:avLst/>
          </a:prstGeom>
          <a:solidFill>
            <a:srgbClr val="CCFBF1"/>
          </a:solidFill>
          <a:ln w="6350">
            <a:solidFill>
              <a:srgbClr val="1D8B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3566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</a:rPr>
              <a:t>Storage &amp; Data (5)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3886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</a:rPr>
              <a:t>WytCloud, WytQRC, WytData, WytAssesser, Currency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</a:rPr>
              <a:t>Business Model &amp; Revenue Streams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4114800" cy="502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868680"/>
            <a:ext cx="91440" cy="502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1. SaaS Subscriptions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926080" y="8686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</a:rPr>
              <a:t>$5-$99/month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4114800" cy="502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46304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4630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2. WytSuites Bundles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26080" y="1463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5CF6"/>
                </a:solidFill>
              </a:rPr>
              <a:t>$199-$999/month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4114800" cy="502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05740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0574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3. WytLife Premium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20574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</a:rPr>
              <a:t>$29-$999/month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4114800" cy="502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651760"/>
            <a:ext cx="91440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51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4. Enterprise Licenses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926080" y="265176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7316"/>
                </a:solidFill>
              </a:rPr>
              <a:t>$5K-$50K/year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4114800" cy="502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246120"/>
            <a:ext cx="91440" cy="5029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461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5. Transaction Fees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26080" y="32461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4899"/>
                </a:solidFill>
              </a:rPr>
              <a:t>1-3% per transaction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4114800" cy="502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840480"/>
            <a:ext cx="91440" cy="5029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8404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</a:rPr>
              <a:t>6. WytApi Data Services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926080" y="3840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4B8A6"/>
                </a:solidFill>
              </a:rPr>
              <a:t>$99-$999/month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868680"/>
            <a:ext cx="3840480" cy="384048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0" y="1005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Total Addressable Market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02920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Wearables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0" y="15544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$70B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AI Life Management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0" y="21488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$150B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02920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SaaS Ecosystem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0" y="27432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$235B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29200" y="3337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Digital Identity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15200" y="33375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$45B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029200" y="4023360"/>
            <a:ext cx="34747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4069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8BD1"/>
                </a:solidFill>
              </a:rPr>
              <a:t>$300B+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Build India's Leading Tech Ecosystem with 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8BD1"/>
                </a:solidFill>
              </a:rPr>
              <a:t>Strategic Investment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Seeking visionary investors to scale WytLife, WytGlass, &amp; WytNet globally, embracing the convergence opportunity.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188720"/>
            <a:ext cx="274320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1280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8BD1"/>
                </a:solidFill>
              </a:rPr>
              <a:t>Manufacturing Partnership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173736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Collaborate on WytGlass hardware manufacturing. Leverage 'Make in India' for global distribution.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26480" y="1188720"/>
            <a:ext cx="274320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280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8BD1"/>
                </a:solidFill>
              </a:rPr>
              <a:t>Government &amp; Enterprise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63640" y="173736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</a:rPr>
              <a:t>Align with Digital India &amp; Smart Cities. Partner with universities and enterprises for rapid adoption.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solidFill>
            <a:srgbClr val="0D6EBE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29184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</a:rPr>
              <a:t>Let's build the future from Madurai. India's moment to lead in human-computer interfaces is now. We have the vision, tech, and team. We need ambitious partners.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Market Timing is Perfect: India's matured digital infrastructure, manufacturing, and talent ecosystem make this vision achievable.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D8BD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Future Belongs to Those Who Build 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From Madurai to the World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We are building India's most ambitious integrated ecosystem for life management, wearable computing, and digital infrastructure. This is more than a product; it's a platform for human potential.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2743200"/>
            <a:ext cx="301752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8BD1"/>
                </a:solidFill>
              </a:rPr>
              <a:t>JK Muthu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Founder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63040" y="352044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8BD1"/>
                </a:solidFill>
              </a:rPr>
              <a:t>jkm@wytnet.com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2743200"/>
            <a:ext cx="301752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8BD1"/>
                </a:solidFill>
              </a:rPr>
              <a:t>M. Senthil Kumar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</a:rPr>
              <a:t>Tech Advisor</a:t>
            </a:r>
            <a:endParaRPr lang="en-US" sz="1100" dirty="0"/>
          </a:p>
        </p:txBody>
      </p:sp>
      <p:pic>
        <p:nvPicPr>
          <p:cNvPr id="13" name="Image 0" descr="/home/runner/workspace/attached_assets/logo_17640730783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4023360"/>
            <a:ext cx="2743200" cy="1097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WytNet Platform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WytLife × WytGlass × WytNet - Investor Presentation</dc:title>
  <dc:subject>Investor Presentation 2025 - Revolutionizing the Human Experience</dc:subject>
  <dc:creator>WytNet | JK Muthu</dc:creator>
  <cp:lastModifiedBy>WytNet | JK Muthu</cp:lastModifiedBy>
  <cp:revision>1</cp:revision>
  <dcterms:created xsi:type="dcterms:W3CDTF">2025-11-25T12:25:35Z</dcterms:created>
  <dcterms:modified xsi:type="dcterms:W3CDTF">2025-11-25T12:25:35Z</dcterms:modified>
</cp:coreProperties>
</file>