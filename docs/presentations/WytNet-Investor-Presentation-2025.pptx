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WytNet Platform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The Future of Digital Life &amp; Business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"Where Life Continues Forever &amp; Business Thrives Seamlessly"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Investor Presentation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108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Death ends legacy &amp; knowledge transfer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Businesses struggle with disconnected tools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Digital immortality remains science fiction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Multi-platform subscription fatigue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Data silos limit business intelligence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Our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WytLife: Digital immortality platform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39 WytApps: Unified business ecosystem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Soul Engine: AI consciousness preservation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Multi-tenant SaaS: White-label ready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WytData: Comprehensive DataLake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8138160" cy="64008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Market Opportunity: $50B+ digital legacy + $200B+ SaaS + $15B data services = $265B+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WytNet Platform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3AED"/>
                </a:solidFill>
              </a:rPr>
              <a:t>Multi-Tenant White-Label SaaS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Platform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Multi-tenant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White-label capabilities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Custom domain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Row-level security (RLS)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560320" cy="2560320"/>
          </a:xfrm>
          <a:prstGeom prst="rect">
            <a:avLst/>
          </a:prstGeom>
          <a:solidFill>
            <a:srgbClr val="EDE9F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Core Components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39 WytApps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51 Platform Modules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5 Active Hubs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WytPass Universal Auth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188720"/>
            <a:ext cx="2560320" cy="2560320"/>
          </a:xfrm>
          <a:prstGeom prst="rect">
            <a:avLst/>
          </a:prstGeom>
          <a:solidFill>
            <a:srgbClr val="FCE7F3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React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PostgreSQL (Neon)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Express.js Backend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AI (GPT-4o, Claude, Gemini)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138160" cy="91440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Platform Statistics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39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WytApps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51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86000" y="4572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Modules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31920" y="4572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Hubs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38+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4572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Datasets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2.4M+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23760" y="4572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Records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WytLife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The World's First Life Continuity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"The day humanity stops dying and starts evolving — begins with WytLife"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WytLife: Digital Immortality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is WytLife?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MyClone: Your digital twin powered by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Soul Engine: Proprietary AI capturing essence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Record voice, memories, thoughts, emotions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Your personality lives forever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Family can interact with your digital self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🗄️ Preserve Legacy: Knowledge never fades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❤️ Reconnect Forever: Family interactions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🧠 Extend Your Mind: Digital assistant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✨ WytPoints Powered: Ecosystem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🔮 Soul Intelligence: Captures essence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WytLife: Founder's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JK Muthu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</a:rPr>
              <a:t>The World's First Deathless Person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5486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</a:rPr>
              <a:t>"I am creating my immortality. I'm alive, and I'm becoming eternal."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Currently building his MyClone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Active documentation of consciousness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Family already has MyClones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Living proof of digital immortality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This isn't science fiction—it's happening 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840480" cy="34747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Founding 1000 Program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🎯 Early Access: First to build MyClone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✨ Exclusive Features: Premium capabilities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👥 Community: Connect with immortals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🏆 Legacy Status: Founding member badge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∞ Digital Immortality: Live forever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347472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WhatsApp Community 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Real-time updates &amp; exclusive access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WytData: DataLake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3AED"/>
                </a:solidFill>
              </a:rPr>
              <a:t>India's Largest Trademark Database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Trademark DataLake - India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2.4M+ Records - Comprehensive Indian trademark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Real-time Updates - Synced with IP India &amp; TMView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Full Lifecycle Tracking - Application → Registration → Renewal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45 Nice Classifications - Complete goods/services categorization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Bulk Import/Export - CSV, JSON, API access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0175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38+ Global Datasets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Locations: Countries, States, Cities, Timezones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Languages: 20+ global languages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Currencies: 20+ world currencies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Industries: 15+ sector classifications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Company Sizes: Startup to Enterprise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Job Roles: 15+ professional categories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Coming Soon: Patent Database, Company Registry, GST Directory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WytApi: API Monetization Gateway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3AED"/>
                </a:solidFill>
              </a:rPr>
              <a:t>Enterprise Data Access with Tiered Pricing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Free 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$0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100 API calls/day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Basic search endpoints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Community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Rate limited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256032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$99/mo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10,000 API calls/day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All search endpoints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Priority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Bulk export access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1097280"/>
            <a:ext cx="2560320" cy="2560320"/>
          </a:xfrm>
          <a:prstGeom prst="rect">
            <a:avLst/>
          </a:prstGeom>
          <a:solidFill>
            <a:srgbClr val="EDE9F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$999/mo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19202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Unlimited API 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Dedicated endpoints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White-label access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Custom integrations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138160" cy="914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2.4M+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Trademark Records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38+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517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Global Datasets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99.9%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Uptime SLA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&lt;50ms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Response Time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WytNet Platform: 39 WytApps Ecosystem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280160"/>
          </a:xfrm>
          <a:prstGeom prst="rect">
            <a:avLst/>
          </a:prstGeom>
          <a:solidFill>
            <a:srgbClr val="DBEAFE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Core Platform (4)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WytPass, WytPanel, WytPoints, WytApps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91840" y="777240"/>
            <a:ext cx="2743200" cy="1280160"/>
          </a:xfrm>
          <a:prstGeom prst="rect">
            <a:avLst/>
          </a:prstGeom>
          <a:solidFill>
            <a:srgbClr val="EDE9FE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Communication (6)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143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WytCall, WytMeet, WytMail, WytCast, WytWall, WytSonic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26480" y="777240"/>
            <a:ext cx="2743200" cy="1280160"/>
          </a:xfrm>
          <a:prstGeom prst="rect">
            <a:avLst/>
          </a:prstGeom>
          <a:solidFill>
            <a:srgbClr val="D1FA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Finance (6)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1143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WytPay, WytWallet, WytInvoice, WytCoin, WytGold, WytQuote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2743200" cy="1280160"/>
          </a:xfrm>
          <a:prstGeom prst="rect">
            <a:avLst/>
          </a:prstGeom>
          <a:solidFill>
            <a:srgbClr val="FEF3C7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Business (5)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WytBiz, WytTrace, WytShop, WytStore, Esign Creator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2148840"/>
            <a:ext cx="2743200" cy="1280160"/>
          </a:xfrm>
          <a:prstGeom prst="rect">
            <a:avLst/>
          </a:prstGeom>
          <a:solidFill>
            <a:srgbClr val="FCE7F3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Productivity (4)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WytDuty, WytHive, WytForm, WytCircle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2148840"/>
            <a:ext cx="2743200" cy="1280160"/>
          </a:xfrm>
          <a:prstGeom prst="rect">
            <a:avLst/>
          </a:prstGeom>
          <a:solidFill>
            <a:srgbClr val="E0E7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Creation (3)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WytSite, WytBuilder, WytCode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2743200" cy="1280160"/>
          </a:xfrm>
          <a:prstGeom prst="rect">
            <a:avLst/>
          </a:prstGeom>
          <a:solidFill>
            <a:srgbClr val="FEF9C3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Lifestyle (3)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WytLife, WytGod, WytWorld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3520440"/>
            <a:ext cx="2743200" cy="1280160"/>
          </a:xfrm>
          <a:prstGeom prst="rect">
            <a:avLst/>
          </a:prstGeom>
          <a:solidFill>
            <a:srgbClr val="CFFAFE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AI &amp; Analytics (3)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3886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WytAI, WytScore, WytHash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520440"/>
            <a:ext cx="2743200" cy="1280160"/>
          </a:xfrm>
          <a:prstGeom prst="rect">
            <a:avLst/>
          </a:prstGeom>
          <a:solidFill>
            <a:srgbClr val="CCFBF1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Storage &amp; Data (5)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886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WytCloud, WytQRC, WytData, WytAssesser, Currency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Business Model &amp; Revenue Streams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1. SaaS Subscriptions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914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$5-$99/month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914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2. WytSuites Bundles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$199-$999/month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914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3. WytLife Premium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$29-$999/month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9144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4. Enterprise Licenses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$5K-$50K/year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9144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5. Transaction Fees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1-3% per transaction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9144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6. WytApi Data 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$99-$999/month (NEW)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Market Opportunity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1280160"/>
            <a:ext cx="3657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Digital Legacy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$50B+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029200" y="2286000"/>
            <a:ext cx="3657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Multi-SaaS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$200B+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029200" y="3291840"/>
            <a:ext cx="3657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Data Services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$15B+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029200" y="4297680"/>
            <a:ext cx="3657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Total Addressable Market: $265B+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Traction &amp; Milestones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6576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Achieved (Current)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Platform architecture completed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39 WytApps designed &amp; documented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51 platform modules implemented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WytLife MVP functional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Founder's MyClone created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Founding 1000 program launched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WytPass auth system operational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Razorpay payment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Trademark DataLake (2.4M+ records)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WytApi gateway ready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✓ 38+ global datasets seeded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840480" cy="36576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🎯 Next 6 Months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WytLife public beta (1,000 users)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Mobile apps launch (iOS + Android)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WytApps marketplace opening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WytApi public launch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First enterprise hub sale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API documentation &amp; partnerships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Reach 10,000 platform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$100K monthly recurring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Strategic partnership (Meta/Google)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Additional DataLakes (Patents, etc.)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🔄 Series A funding closed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Investment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Join Us in Making Humanity Immortal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9202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First-Mover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Digital immortality pioneer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645920"/>
            <a:ext cx="19202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Huge Market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$265B+ opportunity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19202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Proven 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Real product, real users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19202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Data Moat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2.4M+ proprietary records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0" y="3200400"/>
            <a:ext cx="64008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Series A Funding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$5M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7200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</a:rPr>
              <a:t>20%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Funding Amount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Equity Offered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Exit: 3-5 year horizon | IPO or strategic acquisition | $500M-$1B valuation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"The day humanity stops dying and starts evolving — begins with WytLife"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Together, let's make immortality accessible to everyone.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4572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023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Contact: JK Muthu, Founder &amp; CEO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jkm@wytnet.com | WytNet.com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WytNet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WytNet Platform - Investor Presentation</dc:title>
  <dc:subject>Investor Presentation 2025</dc:subject>
  <dc:creator>WytNet</dc:creator>
  <cp:lastModifiedBy>WytNet</cp:lastModifiedBy>
  <cp:revision>1</cp:revision>
  <dcterms:created xsi:type="dcterms:W3CDTF">2025-11-25T12:06:18Z</dcterms:created>
  <dcterms:modified xsi:type="dcterms:W3CDTF">2025-11-25T12:06:18Z</dcterms:modified>
</cp:coreProperties>
</file>